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har char="•"/>
              <a:marL val="342900"/>
              <a:indent val="-342900"/>
            </a:pPr>
            <a:r>
              <a:t>lvl0 std indent: sample list item text</a:t>
            </a:r>
          </a:p>
          <a:p>
            <a:pPr lvl="1">
              <a:buChar char="•"/>
              <a:marL val="342900"/>
              <a:indent val="-342900"/>
            </a:pPr>
            <a:r>
              <a:t>lvl1 std indent: sample list item text</a:t>
            </a:r>
          </a:p>
          <a:p>
            <a:pPr>
              <a:buChar char="•"/>
              <a:marL val="457200"/>
              <a:indent val="-228600"/>
            </a:pPr>
            <a:r>
              <a:t>lvl0 wide gap: sample list item text</a:t>
            </a:r>
          </a:p>
          <a:p>
            <a:pPr>
              <a:buChar char="•"/>
              <a:marL val="342900"/>
              <a:indent val="-342900"/>
            </a:pPr>
            <a:r>
              <a:t> lvl0 space prefix: sample list item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