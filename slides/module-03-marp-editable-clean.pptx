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345600" y="2674620"/>
            <a:ext cx="550080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 Modes and Tools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533260" y="3320740"/>
            <a:ext cx="7125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· Day 1 (Hands-On + Concept)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concept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2 completed, live web app available (or sample provided)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different agent modes and the core tools that make agents powerful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43712" y="1862640"/>
            <a:ext cx="952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Choose between Ask Mode and Agent Mode based on task and safety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357200" y="2282840"/>
            <a:ext cx="83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needs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43712" y="2703040"/>
            <a:ext cx="9133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the Browser Tool to inspect live pages and read console output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43712" y="3123240"/>
            <a:ext cx="8760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terminal commands through the agent and diagnose failures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43712" y="3543440"/>
            <a:ext cx="801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Write effective, constrained prompts that avoid scope creep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86" name="Table 185"/>
          <p:cNvGraphicFramePr>
            <a:graphicFrameLocks noGrp="1"/>
          </p:cNvGraphicFramePr>
          <p:nvPr/>
        </p:nvGraphicFramePr>
        <p:xfrm>
          <a:off x="743712" y="1442440"/>
          <a:ext cx="49958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44328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Mode vs. Agent Mode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Browser Tool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18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Tool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Effective Prompting in Practice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22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3.1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3783180" y="3331520"/>
            <a:ext cx="4625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Ask Mode vs. Agent Mode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 txBox="1"/>
          <p:nvPr/>
        </p:nvSpPr>
        <p:spPr>
          <a:xfrm>
            <a:off x="743712" y="850000"/>
            <a:ext cx="3875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Core Distinction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49" name="Table 348"/>
          <p:cNvGraphicFramePr>
            <a:graphicFrameLocks noGrp="1"/>
          </p:cNvGraphicFramePr>
          <p:nvPr/>
        </p:nvGraphicFramePr>
        <p:xfrm>
          <a:off x="743712" y="1442440"/>
          <a:ext cx="9476400" cy="33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3549960"/>
                <a:gridCol w="40833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Ask Mode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Agent Mode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read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 (with @mentions)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edit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run terminal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browse web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 (limited)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 (with tool)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call tools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Safety level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Very high (read-only)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Moderate (needs oversight)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Questions, learning, code review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Implementation, debugging, automation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 txBox="1"/>
          <p:nvPr/>
        </p:nvSpPr>
        <p:spPr>
          <a:xfrm>
            <a:off x="743712" y="850000"/>
            <a:ext cx="4601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Each Mode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747720" y="1442440"/>
            <a:ext cx="3319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ASK MODE when: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43712" y="1862640"/>
            <a:ext cx="757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have a question about code · Exploring a codebase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357200" y="2282840"/>
            <a:ext cx="506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want a second opinion on design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43712" y="2703040"/>
            <a:ext cx="8123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You're not ready to make changes · Production environment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47720" y="3123240"/>
            <a:ext cx="3743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AGENT MODE when: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357200" y="3543440"/>
            <a:ext cx="505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want the AI to write/change code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357200" y="3963640"/>
            <a:ext cx="5439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need to run and react to commands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357200" y="4383840"/>
            <a:ext cx="5946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Multi-step tasks · Development environment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357200" y="4804040"/>
            <a:ext cx="4718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You're prepared to review changes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 txBox="1"/>
          <p:nvPr/>
        </p:nvSpPr>
        <p:spPr>
          <a:xfrm>
            <a:off x="743712" y="850000"/>
            <a:ext cx="3611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Safety Implications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78" name="Table 477"/>
          <p:cNvGraphicFramePr>
            <a:graphicFrameLocks noGrp="1"/>
          </p:cNvGraphicFramePr>
          <p:nvPr/>
        </p:nvGraphicFramePr>
        <p:xfrm>
          <a:off x="743712" y="1442440"/>
          <a:ext cx="78762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840"/>
                <a:gridCol w="2163120"/>
                <a:gridCol w="31232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Ask Mode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Agent Mode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Unintended code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Moderate (requires review)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 deletion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Possible (needs approval)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Malicious commands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Possible (needs approval)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Data leakage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 (can read files)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API cost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Low (no tool calls)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Higher (multiple tool calls)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"/>
          <p:cNvSpPr txBox="1"/>
          <p:nvPr/>
        </p:nvSpPr>
        <p:spPr>
          <a:xfrm>
            <a:off x="743712" y="850000"/>
            <a:ext cx="4050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Mode Continuum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090440" y="3837640"/>
            <a:ext cx="7299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"Not every AI interaction needs full agent capabilities."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TextBox 495"/>
          <p:cNvSpPr txBox="1"/>
          <p:nvPr/>
        </p:nvSpPr>
        <p:spPr>
          <a:xfrm>
            <a:off x="743712" y="1442440"/>
            <a:ext cx="854836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READ-ONLY ←─────────────────────────────────────→ FULL ACTION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│                          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▼                                              ▼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Ask Mode                                      Agent Mode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│                          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└──────────→ Chat (middle ground) ←───────────┘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(Can read, can't write)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3.1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47720" y="1442440"/>
            <a:ext cx="3745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 Agent panel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4543560" y="270304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Cmd+I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743712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/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743712" y="305772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Ctrl+I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6662160" y="2282840"/>
            <a:ext cx="460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— note mode indicator at bottom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47720" y="3412400"/>
            <a:ext cx="598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Try to make a change in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Ask Mode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923760" y="3832600"/>
            <a:ext cx="8326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Change the variable name 'temp' to 'temperature' in the current file.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743712" y="4132560"/>
            <a:ext cx="999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Expected: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Agent explains it cannot edit in Ask Mode — offers to show the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47720" y="4552760"/>
            <a:ext cx="435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change as a code block instead.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3.1 — Steps 3–5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47720" y="1442440"/>
            <a:ext cx="638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a question Ask Mode handles well: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747720" y="2733840"/>
            <a:ext cx="657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Switch to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Mode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via the dropdown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743712" y="3154040"/>
            <a:ext cx="9183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Repeat the rename request — agent shows diff for approval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TextBox 529"/>
          <p:cNvSpPr txBox="1"/>
          <p:nvPr/>
        </p:nvSpPr>
        <p:spPr>
          <a:xfrm>
            <a:off x="923760" y="1862640"/>
            <a:ext cx="78625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Explain the purpose of the main() function in this file.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edge cases does it handle?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 txBox="1"/>
          <p:nvPr/>
        </p:nvSpPr>
        <p:spPr>
          <a:xfrm>
            <a:off x="743712" y="850000"/>
            <a:ext cx="7709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3.1 — Step 6 &amp; Success Criteria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747720" y="1442440"/>
            <a:ext cx="6895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Practice mode-switching mid-conversation: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747720" y="27338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43712" y="3154040"/>
            <a:ext cx="10081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Used Ask Mode for questions · Observed Ask Mode cannot make changes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743712" y="3574240"/>
            <a:ext cx="7760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Switched to Agent Mode · Made a change with diff 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TextBox 546"/>
          <p:cNvSpPr txBox="1"/>
          <p:nvPr/>
        </p:nvSpPr>
        <p:spPr>
          <a:xfrm>
            <a:off x="923760" y="1862640"/>
            <a:ext cx="82740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Start in Ask Mode: What does this function return?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Then: "Switch to Agent Mode and fix the off-by-one error"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3.2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4928520" y="3331520"/>
            <a:ext cx="2334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Browser Tool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"/>
          <p:cNvSpPr txBox="1"/>
          <p:nvPr/>
        </p:nvSpPr>
        <p:spPr>
          <a:xfrm>
            <a:off x="743712" y="850000"/>
            <a:ext cx="5812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the Browser Tool Can Do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743712" y="1442440"/>
            <a:ext cx="7895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Navigate to URLs · Read page content and DOM structure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743712" y="1862640"/>
            <a:ext cx="9522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See console logs and errors · Take screenshots (depending on model)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1357200" y="2282840"/>
            <a:ext cx="520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elements and interact with pages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357200" y="2703040"/>
            <a:ext cx="3778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Extract data from live pages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743712" y="3123240"/>
            <a:ext cx="9816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"See what your app actually looks like in a browser — not just the source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090440" y="3543440"/>
            <a:ext cx="854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"/>
          <p:cNvSpPr txBox="1"/>
          <p:nvPr/>
        </p:nvSpPr>
        <p:spPr>
          <a:xfrm>
            <a:off x="743712" y="850000"/>
            <a:ext cx="5877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Browser Tool: With vs. Without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64" name="Table 663"/>
          <p:cNvGraphicFramePr>
            <a:graphicFrameLocks noGrp="1"/>
          </p:cNvGraphicFramePr>
          <p:nvPr/>
        </p:nvGraphicFramePr>
        <p:xfrm>
          <a:off x="743712" y="1442440"/>
          <a:ext cx="808956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9960"/>
                <a:gridCol w="1843080"/>
                <a:gridCol w="26965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Without Browser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With Browser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"Why is the button not showing?"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Guesses from CSS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Sees the rendered page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"Is the API returning data?"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Checks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Sees network tab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"What console errors?"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Asks you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Reads console directly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"Does responsive layout work?"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Trusts CSS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Views at different sizes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3.2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747720" y="1442440"/>
            <a:ext cx="755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 a local web app (or use a public test page)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747720" y="2733840"/>
            <a:ext cx="3169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 Agent Mode: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TextBox 680"/>
          <p:cNvSpPr txBox="1"/>
          <p:nvPr/>
        </p:nvSpPr>
        <p:spPr>
          <a:xfrm>
            <a:off x="923760" y="1862640"/>
            <a:ext cx="38849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-m http.server 8000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Or use a public test page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923760" y="3154040"/>
            <a:ext cx="70396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 the browser tool to open http://localhost:8000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Tell me what you see on the page.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3.2 — Steps 3–4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747720" y="1442440"/>
            <a:ext cx="420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Find specific elements: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747720" y="3343440"/>
            <a:ext cx="369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the console: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TextBox 699"/>
          <p:cNvSpPr txBox="1"/>
          <p:nvPr/>
        </p:nvSpPr>
        <p:spPr>
          <a:xfrm>
            <a:off x="923760" y="1862640"/>
            <a:ext cx="415924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On that same page, find: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The main heading text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The number of buttons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Any error messages visible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923760" y="3763640"/>
            <a:ext cx="77254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Now open the browser developer console.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Are there any errors or warnings? If so, what are they?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"/>
          <p:cNvSpPr txBox="1"/>
          <p:nvPr/>
        </p:nvSpPr>
        <p:spPr>
          <a:xfrm>
            <a:off x="743712" y="850000"/>
            <a:ext cx="4558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Expected Agent Actions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TextBox 714"/>
          <p:cNvSpPr txBox="1"/>
          <p:nvPr/>
        </p:nvSpPr>
        <p:spPr>
          <a:xfrm>
            <a:off x="743712" y="1442440"/>
            <a:ext cx="841120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browser_navigate(url="http://localhost:8000")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browser_snapshot() — page structure captured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browser_console_messages()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[WARNING] Deprecated API used on line 42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[ERROR] Failed to load resource: /api/data 404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Found a deprecated API warning and a 404 on /api/data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3.2 — Steps 5–6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747720" y="1442440"/>
            <a:ext cx="4422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Diagnose a layout issue: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747720" y="2733840"/>
            <a:ext cx="4524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Extract data from a page: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TextBox 731"/>
          <p:cNvSpPr txBox="1"/>
          <p:nvPr/>
        </p:nvSpPr>
        <p:spPr>
          <a:xfrm>
            <a:off x="923760" y="1862640"/>
            <a:ext cx="74510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The login button is partially hidden on mobile sizes.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 the browser tool to check what's happening.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743712" y="3154040"/>
            <a:ext cx="95084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Go to https://example.com/pricing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Extract all pricing plan names and their monthly costs into a table.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"/>
          <p:cNvSpPr txBox="1"/>
          <p:nvPr/>
        </p:nvSpPr>
        <p:spPr>
          <a:xfrm>
            <a:off x="743712" y="850000"/>
            <a:ext cx="4755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Browser Tool Limitations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743712" y="3879840"/>
            <a:ext cx="10606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Opened URL · Read content · Checked console · Extracted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747720" y="4300040"/>
            <a:ext cx="59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8" name="Table 797"/>
          <p:cNvGraphicFramePr>
            <a:graphicFrameLocks noGrp="1"/>
          </p:cNvGraphicFramePr>
          <p:nvPr/>
        </p:nvGraphicFramePr>
        <p:xfrm>
          <a:off x="743712" y="1442440"/>
          <a:ext cx="9020160" cy="23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0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Workaround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Cannot log in to 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Provide login instructions or session cookies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JavaScript-heavy sites may load slowly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Add wait instructions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Rate limits on some 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Space out requests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Cannot upload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Not supported yet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3.3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4884600" y="3331520"/>
            <a:ext cx="2422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Terminal Tool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"/>
          <p:cNvSpPr txBox="1"/>
          <p:nvPr/>
        </p:nvSpPr>
        <p:spPr>
          <a:xfrm>
            <a:off x="743712" y="850000"/>
            <a:ext cx="5878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the Terminal Tool Can Do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1357200" y="1442440"/>
            <a:ext cx="5353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any shell command (with approval)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1357200" y="1862640"/>
            <a:ext cx="3948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See stdout, stderr, exit codes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1357200" y="2282840"/>
            <a:ext cx="6710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Read command output as context for next actions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1357200" y="2703040"/>
            <a:ext cx="5930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Chain commands based on previous results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"/>
          <p:cNvSpPr txBox="1"/>
          <p:nvPr/>
        </p:nvSpPr>
        <p:spPr>
          <a:xfrm>
            <a:off x="743712" y="850000"/>
            <a:ext cx="3611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Terminal Tool 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TextBox 836"/>
          <p:cNvSpPr txBox="1"/>
          <p:nvPr/>
        </p:nvSpPr>
        <p:spPr>
          <a:xfrm>
            <a:off x="923760" y="1442440"/>
            <a:ext cx="63538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"Run the tests and fix any failures"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Agent: Execute "pytest tests/"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Result: Exit code 1, "2 failed, 5 passed"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Agent: Reads failures, fixes code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Agent: Reruns tests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Agent: "All tests passed."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3.3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47720" y="1442440"/>
            <a:ext cx="4489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your environment: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747720" y="3343440"/>
            <a:ext cx="3558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Run the test suite: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923760" y="3763640"/>
            <a:ext cx="7240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Run the test suite. Show me which tests pass and which fail.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TextBox 854"/>
          <p:cNvSpPr txBox="1"/>
          <p:nvPr/>
        </p:nvSpPr>
        <p:spPr>
          <a:xfrm>
            <a:off x="923760" y="1862640"/>
            <a:ext cx="799972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these commands and tell me what versions we're using: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python --version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node --version (if applicable)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git --version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3.3 — Steps 3–4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747720" y="1442440"/>
            <a:ext cx="3541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Diagnose failures: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747720" y="2733840"/>
            <a:ext cx="299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Fix and verify: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TextBox 871"/>
          <p:cNvSpPr txBox="1"/>
          <p:nvPr/>
        </p:nvSpPr>
        <p:spPr>
          <a:xfrm>
            <a:off x="923760" y="1862640"/>
            <a:ext cx="78625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One or more tests failed. What's causing these failures?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Look at the specific error messages.</a:t>
            </a:r>
          </a:p>
        </p:txBody>
      </p:sp>
      <p:sp>
        <p:nvSpPr>
          <p:cNvPr id="873" name="TextBox 872"/>
          <p:cNvSpPr txBox="1"/>
          <p:nvPr/>
        </p:nvSpPr>
        <p:spPr>
          <a:xfrm>
            <a:off x="923760" y="3154040"/>
            <a:ext cx="70396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Based on your diagnosis, fix the failing tests.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Show me what you're changing before you run again.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"/>
          <p:cNvSpPr txBox="1"/>
          <p:nvPr/>
        </p:nvSpPr>
        <p:spPr>
          <a:xfrm>
            <a:off x="743712" y="850000"/>
            <a:ext cx="7597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3.3 — Debug Workflow (Step 5)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TextBox 889"/>
          <p:cNvSpPr txBox="1"/>
          <p:nvPr/>
        </p:nvSpPr>
        <p:spPr>
          <a:xfrm>
            <a:off x="923760" y="1442440"/>
            <a:ext cx="786256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 found a bug where the app crashes when input is empty.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First, run the app to reproduce the crash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Then, add logging to understand why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Finally, fix the bug and verify it works</a:t>
            </a:r>
          </a:p>
        </p:txBody>
      </p:sp>
      <p:sp>
        <p:nvSpPr>
          <p:cNvPr id="891" name="TextBox 890"/>
          <p:cNvSpPr txBox="1"/>
          <p:nvPr/>
        </p:nvSpPr>
        <p:spPr>
          <a:xfrm>
            <a:off x="743712" y="3228040"/>
            <a:ext cx="88226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python app.py → IndexError: list index out of range (line 23)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Agent adds guard condition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python app.py --test-empty-input → "No data provided"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"/>
          <p:cNvSpPr txBox="1"/>
          <p:nvPr/>
        </p:nvSpPr>
        <p:spPr>
          <a:xfrm>
            <a:off x="743712" y="850000"/>
            <a:ext cx="6982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3.3 — Step 6 &amp; Safety Rules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747720" y="1442440"/>
            <a:ext cx="567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React to long-running commands: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743712" y="4060640"/>
            <a:ext cx="996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Ran tests · Diagnosed failure · Fixed code · Verified fix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57" name="Table 956"/>
          <p:cNvGraphicFramePr>
            <a:graphicFrameLocks noGrp="1"/>
          </p:cNvGraphicFramePr>
          <p:nvPr/>
        </p:nvGraphicFramePr>
        <p:xfrm>
          <a:off x="743712" y="2733840"/>
          <a:ext cx="7099920" cy="12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6680"/>
                <a:gridCol w="31232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Approval Required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No Approval Needed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Writes files, sudo, git push --force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Version checks, cat, 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npm install -g, start servers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pytest, npm test, git status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58" name="TextBox 957"/>
          <p:cNvSpPr txBox="1"/>
          <p:nvPr/>
        </p:nvSpPr>
        <p:spPr>
          <a:xfrm>
            <a:off x="743712" y="1862640"/>
            <a:ext cx="103314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npm install or pip install. Watch the output.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If there's a warning about deprecated packages, note it and suggest fixes.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3.4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3397980" y="3331520"/>
            <a:ext cx="5396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Effective Prompting in Practice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3622440" y="3853960"/>
            <a:ext cx="494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"/>
          <p:cNvSpPr txBox="1"/>
          <p:nvPr/>
        </p:nvSpPr>
        <p:spPr>
          <a:xfrm>
            <a:off x="743712" y="850000"/>
            <a:ext cx="6011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Anatomy of an Effective Prompt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743712" y="1442440"/>
            <a:ext cx="858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ROLE / CONTEXT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"You are a senior Python developer…"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018440" y="1862640"/>
            <a:ext cx="6230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"Fix the bug in calculate_total()…"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743712" y="2282840"/>
            <a:ext cx="851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CONSTRAINTS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"Do not change the function signature…"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743712" y="2703040"/>
            <a:ext cx="965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OUTPUT FORMAT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"Show me the diff and explain your change…"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743712" y="3123240"/>
            <a:ext cx="9720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"Function should return 0 for empty input…"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"/>
          <p:cNvSpPr txBox="1"/>
          <p:nvPr/>
        </p:nvSpPr>
        <p:spPr>
          <a:xfrm>
            <a:off x="743712" y="850000"/>
            <a:ext cx="5989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Bad Prompts vs. Good Prompts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42" name="Table 1041"/>
          <p:cNvGraphicFramePr>
            <a:graphicFrameLocks noGrp="1"/>
          </p:cNvGraphicFramePr>
          <p:nvPr/>
        </p:nvGraphicFramePr>
        <p:xfrm>
          <a:off x="743712" y="1442440"/>
          <a:ext cx="6673200" cy="31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Bad Prompt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Good Prompt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"Fix this code"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"Fix the IndexError in process_list() when list is empty. Do not change return type."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"Add logging"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"Add INFO-level logging to calculate() using existing logger config."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"Make it faster"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"Optimize find_user() from O(n²) to O(n log n). Don't change signature."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"Review my code"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"Review auth.py for SQL injection, password handling, session issues. Ignore style."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"/>
          <p:cNvSpPr txBox="1"/>
          <p:nvPr/>
        </p:nvSpPr>
        <p:spPr>
          <a:xfrm>
            <a:off x="743712" y="850000"/>
            <a:ext cx="5462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"Boundaries" Technique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747720" y="1442440"/>
            <a:ext cx="5506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Always tell the agent what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touch: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743712" y="1862640"/>
            <a:ext cx="923416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BOUNDARIES: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change: function signatures, return types, existing tests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touch: config files, database schemas, other modules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delete: comments, logging, error handling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add: new dependencies, external APIs, global state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Change ONLY: the function body of calculate_total()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"/>
          <p:cNvSpPr txBox="1"/>
          <p:nvPr/>
        </p:nvSpPr>
        <p:spPr>
          <a:xfrm>
            <a:off x="743712" y="337440"/>
            <a:ext cx="4227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Avoiding Scope Creep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747720" y="929880"/>
            <a:ext cx="193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problem: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39" name="Table 1138"/>
          <p:cNvGraphicFramePr>
            <a:graphicFrameLocks noGrp="1"/>
          </p:cNvGraphicFramePr>
          <p:nvPr/>
        </p:nvGraphicFramePr>
        <p:xfrm>
          <a:off x="743712" y="2526080"/>
          <a:ext cx="6993240" cy="333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Technique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Explicit boundaries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"Change ONLY login.js lines 42–56"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 thing at a time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"First, just identify the issue. Don't fix yet."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for plan first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"Plan Mode: Show me what you'll change before doing it"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 checkpoints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checkpoint before complex requests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Prefer diffs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"Show me the diff, don't replace the whole file"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40" name="TextBox 1139"/>
          <p:cNvSpPr txBox="1"/>
          <p:nvPr/>
        </p:nvSpPr>
        <p:spPr>
          <a:xfrm>
            <a:off x="743712" y="1350080"/>
            <a:ext cx="108800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"Fix the login bug."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"Fixed login. Also refactored auth, added OAuth, reorganized codebase."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"Wait, I just wanted the login bug fixed!"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"/>
          <p:cNvSpPr txBox="1"/>
          <p:nvPr/>
        </p:nvSpPr>
        <p:spPr>
          <a:xfrm>
            <a:off x="743712" y="850000"/>
            <a:ext cx="8148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3.4 — Step 1: Constrained Prompt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TextBox 1155"/>
          <p:cNvSpPr txBox="1"/>
          <p:nvPr/>
        </p:nvSpPr>
        <p:spPr>
          <a:xfrm>
            <a:off x="743712" y="1442440"/>
            <a:ext cx="107429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Task: Fix the bug where get_user_email(user_id) returns None for valid users.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Constraints: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change the function signature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add new imports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modify other functions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Do NOT add print statements (use existing logger)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 format: Show exact diff and explain root cause.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Success criteria: Function returns email string for valid user IDs.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3.4 — Steps 2–3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747720" y="1442440"/>
            <a:ext cx="657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Compare constrained vs. unconstrained: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923760" y="1862640"/>
            <a:ext cx="6154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Fix get_user_email - it's returning None sometimes.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747720" y="2162600"/>
            <a:ext cx="6066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Note the difference in scope of the response.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747720" y="2582800"/>
            <a:ext cx="2372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Plan first: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TextBox 1176"/>
          <p:cNvSpPr txBox="1"/>
          <p:nvPr/>
        </p:nvSpPr>
        <p:spPr>
          <a:xfrm>
            <a:off x="923760" y="3003000"/>
            <a:ext cx="676528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Before making any changes, answer: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What files would need to change?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What is the root cause you suspect?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What are the risks?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4. Are there alternative approaches?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 will review before approving any code changes.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3.4 — Steps 4–5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747720" y="1442440"/>
            <a:ext cx="3947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Negative constraints: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747720" y="4257840"/>
            <a:ext cx="4100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One change at a time: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TextBox 1197"/>
          <p:cNvSpPr txBox="1"/>
          <p:nvPr/>
        </p:nvSpPr>
        <p:spPr>
          <a:xfrm>
            <a:off x="923760" y="1862640"/>
            <a:ext cx="662812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Add error handling to the file parser.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But DO NOT: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Change the return type (must remain dict)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Add external dependencies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Swallow exceptions silently (always log them)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Change the existing test file</a:t>
            </a:r>
          </a:p>
        </p:txBody>
      </p:sp>
      <p:sp>
        <p:nvSpPr>
          <p:cNvPr id="1199" name="TextBox 1198"/>
          <p:cNvSpPr txBox="1"/>
          <p:nvPr/>
        </p:nvSpPr>
        <p:spPr>
          <a:xfrm>
            <a:off x="743712" y="4678040"/>
            <a:ext cx="106057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First, add input validation. Just show me what you'd add — don't modify yet.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[Review] Now add the validation. Show the diff before I accept.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"/>
          <p:cNvSpPr txBox="1"/>
          <p:nvPr/>
        </p:nvSpPr>
        <p:spPr>
          <a:xfrm>
            <a:off x="743712" y="850000"/>
            <a:ext cx="779652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3.4 — Step 6: Prompt Templates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747720" y="288000"/>
            <a:ext cx="1186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Save as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2002320" y="1128400"/>
            <a:ext cx="407304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.cursor/prompt-templates.md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743712" y="7082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743712" y="5097480"/>
            <a:ext cx="99277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Constrained prompt · Plan first · Negative constraints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747720" y="5517680"/>
            <a:ext cx="23727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Template created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TextBox 1221"/>
          <p:cNvSpPr txBox="1"/>
          <p:nvPr/>
        </p:nvSpPr>
        <p:spPr>
          <a:xfrm>
            <a:off x="743712" y="1442440"/>
            <a:ext cx="978280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Bug Fix Template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Task: [Describe bug]  File: [path]  Lines: [range]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Constraints: Do NOT change [signatures, imports]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Success criteria: [How to verify]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Feature Addition Template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Plan first: Yes/No  Constraints: Do NOT break [existing functionality]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## Code Review Template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Focus: [Security, Performance, Edge cases]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Ignore: [Style, formatting]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312" name="Table 1311"/>
          <p:cNvGraphicFramePr>
            <a:graphicFrameLocks noGrp="1"/>
          </p:cNvGraphicFramePr>
          <p:nvPr/>
        </p:nvGraphicFramePr>
        <p:xfrm>
          <a:off x="743712" y="1442440"/>
          <a:ext cx="72361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163120"/>
                <a:gridCol w="42967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Takeaway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vs Agent Mode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 Ask for questions, Agent for action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Browser Tool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can see live pages and console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Tool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can run commands and react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Effective Prompting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Boundaries prevent scope creep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TextBox 1331"/>
          <p:cNvSpPr txBox="1"/>
          <p:nvPr/>
        </p:nvSpPr>
        <p:spPr>
          <a:xfrm>
            <a:off x="743712" y="1442440"/>
            <a:ext cx="9508480" cy="4144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MODES: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ASK MODE    → Read-only | Questions, learning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MODE  → Full tools | Implementation, debugging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TOOLS: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BROWSER  → Navigate, read, console, screenshot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TERMINAL → Execute commands, read output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FILE     → Read, edit, create, delete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SEARCH   → Code search, symbol lookup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PROMPTING: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• Be specific  • Define boundaries  • Plan first for complex tasks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• Specify output format  • Define success criteria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"/>
          <p:cNvSpPr txBox="1"/>
          <p:nvPr/>
        </p:nvSpPr>
        <p:spPr>
          <a:xfrm>
            <a:off x="743712" y="850000"/>
            <a:ext cx="4254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743712" y="2318040"/>
            <a:ext cx="9898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Customizing Cursor for Your Team · Day 1 (Hands-On +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743712" y="2813400"/>
            <a:ext cx="2356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Walkthrough)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743712" y="3405840"/>
            <a:ext cx="882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 understand agent modes and core tools,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4: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743712" y="3826040"/>
            <a:ext cx="8468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Customizing Cursor for Your Team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covers rules, skills, MCP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1090440" y="4246240"/>
            <a:ext cx="6455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integrations, and subagents for team workflows.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747720" y="466644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285840" y="225720"/>
            <a:ext cx="2771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3 — Agent Modes and Tools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