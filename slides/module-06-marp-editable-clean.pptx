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481320" y="2674620"/>
            <a:ext cx="522936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in the UI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982820" y="3320740"/>
            <a:ext cx="8226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· Day 2 (Hands-On + Demonstration)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736920" y="3843180"/>
            <a:ext cx="4718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~90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743712" y="1442440"/>
          <a:ext cx="6353160" cy="29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~90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Hands-on exercise + demonstration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account, GitHub repository access, Modules 1–5 completed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Master Cloud Agents UI for remote execution, artifact collection, and messaging integrations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357200" y="1862640"/>
            <a:ext cx="7201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Launch and monitor Cloud Agents from the Cursor UI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743712" y="2282840"/>
            <a:ext cx="774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Collect and download artifacts from completed cloud runs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743712" y="2703040"/>
            <a:ext cx="8707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Trigger Cloud Agents from messaging platforms (Slack, Discord)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357200" y="3123240"/>
            <a:ext cx="547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Manage cloud agent history and settings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 txBox="1"/>
          <p:nvPr/>
        </p:nvSpPr>
        <p:spPr>
          <a:xfrm>
            <a:off x="743712" y="850000"/>
            <a:ext cx="1453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Agenda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743712" y="1442440"/>
          <a:ext cx="563592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4083360"/>
                <a:gridCol w="7762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Launching a Cloud 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25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 Artifacts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23 min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Agents from Messaging Platforms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 min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6.1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870480" y="3331520"/>
            <a:ext cx="4451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Launching a Cloud Agent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3622440" y="3853960"/>
            <a:ext cx="494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Exercise · 15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 txBox="1"/>
          <p:nvPr/>
        </p:nvSpPr>
        <p:spPr>
          <a:xfrm>
            <a:off x="743712" y="850000"/>
            <a:ext cx="5614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vs. Local Agent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743712" y="1442440"/>
          <a:ext cx="680940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400"/>
                <a:gridCol w="2056440"/>
                <a:gridCol w="30165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Local 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Cloud 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Runs 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machine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Cursor's infrastructure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Persistence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Ends when you quit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Continues indefinitely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Local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Web, mobile, API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Terminal access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Your terminal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Simulated/scripted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File access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Local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GitHub repos only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Interactive work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Batch, scheduled, hands-off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 txBox="1"/>
          <p:nvPr/>
        </p:nvSpPr>
        <p:spPr>
          <a:xfrm>
            <a:off x="743712" y="850000"/>
            <a:ext cx="5085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Cloud 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747720" y="1442440"/>
            <a:ext cx="1388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for: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357200" y="1862640"/>
            <a:ext cx="632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Long-running tasks (&gt;10 min) · Scheduled jobs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357200" y="2282840"/>
            <a:ext cx="5167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Tasks while offline · Parallel execution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357200" y="2703040"/>
            <a:ext cx="587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Team-accessible results (share agent URL)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747720" y="3123240"/>
            <a:ext cx="1168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Bad for: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357200" y="3543440"/>
            <a:ext cx="5202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Interactive debugging · Local-only files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357200" y="3963640"/>
            <a:ext cx="557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Security-sensitive code · Quick questions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"/>
          <p:cNvSpPr txBox="1"/>
          <p:nvPr/>
        </p:nvSpPr>
        <p:spPr>
          <a:xfrm>
            <a:off x="743712" y="850000"/>
            <a:ext cx="5174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Accessing Cloud Agents UI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73" name="Table 372"/>
          <p:cNvGraphicFramePr>
            <a:graphicFrameLocks noGrp="1"/>
          </p:cNvGraphicFramePr>
          <p:nvPr/>
        </p:nvGraphicFramePr>
        <p:xfrm>
          <a:off x="743712" y="1442440"/>
          <a:ext cx="6886560" cy="19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Steps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From Cursor Editor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View → Cloud Agents (or cloud icon in sidebar)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From Web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https://cursor.com/agents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From Mobile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cursor.com/agents (responsive web)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 txBox="1"/>
          <p:nvPr/>
        </p:nvSpPr>
        <p:spPr>
          <a:xfrm>
            <a:off x="743712" y="536040"/>
            <a:ext cx="4535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 Dashboard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417320" y="4438080"/>
            <a:ext cx="579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security-audit-2024    running • 12 min elapsed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417320" y="4738040"/>
            <a:ext cx="579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doc-generator           running • 3 min elapsed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1417320" y="5038000"/>
            <a:ext cx="5671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pr-review-42            FINISHED • 2 artifacts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417320" y="5337960"/>
            <a:ext cx="5550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test-suite              FINISHED • 1 artifact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417320" y="5637920"/>
            <a:ext cx="6154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deploy-staging          ERROR • Auth token expired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TextBox 403"/>
          <p:cNvSpPr txBox="1"/>
          <p:nvPr/>
        </p:nvSpPr>
        <p:spPr>
          <a:xfrm>
            <a:off x="923760" y="1128480"/>
            <a:ext cx="758824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Active (2)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🔄 security-audit-2024    running • 12 min elapsed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🔄 doc-generator           running • 3 min elapsed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Completed (4)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✅ pr-review-42            FINISHED • 2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✅ test-suite              FINISHED • 1 artifact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Failed (1)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❌ deploy-staging          ERROR • Auth token expired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 txBox="1"/>
          <p:nvPr/>
        </p:nvSpPr>
        <p:spPr>
          <a:xfrm>
            <a:off x="743712" y="56708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6.1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747720" y="1159520"/>
            <a:ext cx="4558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Navigate to Cloud Agents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47720" y="2450920"/>
            <a:ext cx="4583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Click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"+ New"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and fill out: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923760" y="5637920"/>
            <a:ext cx="1931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Auto-create PR: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2854440" y="5266320"/>
            <a:ext cx="21924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egoeUISymbol"/>
                <a:ea typeface="SegoeUISymbol"/>
              </a:rPr>
              <a:t>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923760" y="1579720"/>
            <a:ext cx="70396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Cursor Editor: cloud icon or View → Cloud 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open https://cursor.com/agents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3760" y="2871120"/>
            <a:ext cx="79997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Repository: https://github.com/YOUR_ORG/YOUR_REPO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Branch: main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Prompt: Read README and main source files. Summarize: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What this project does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Key dependencies · How to run locally · Common issues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Model: claude-4.6-sonnet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Auto-create PR: ☐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"/>
          <p:cNvSpPr txBox="1"/>
          <p:nvPr/>
        </p:nvSpPr>
        <p:spPr>
          <a:xfrm>
            <a:off x="743712" y="14584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6.1 — Steps 3–4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47720" y="738280"/>
            <a:ext cx="4811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Monitor live log in real time: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747720" y="2944080"/>
            <a:ext cx="5184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settings (gear icon):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10" name="Table 509"/>
          <p:cNvGraphicFramePr>
            <a:graphicFrameLocks noGrp="1"/>
          </p:cNvGraphicFramePr>
          <p:nvPr/>
        </p:nvGraphicFramePr>
        <p:xfrm>
          <a:off x="743712" y="3364280"/>
          <a:ext cx="53930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33366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Default Model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Preferred model for new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Auto-create PR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Create PRs on completion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Notification Email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Completion notifications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 URL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 completion events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Max Run Time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 min – 24 hrs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11" name="TextBox 510"/>
          <p:cNvSpPr txBox="1"/>
          <p:nvPr/>
        </p:nvSpPr>
        <p:spPr>
          <a:xfrm>
            <a:off x="923760" y="1158480"/>
            <a:ext cx="457072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[10:45:01] Agent starting...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[10:45:02] Cloning repository...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[10:45:15] Repository cloned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[10:45:16] Reading README.md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[10:45:40] Generating summary...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6.1 — Steps 5–6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747720" y="1442440"/>
            <a:ext cx="4490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Launch with PR creation: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747720" y="3038640"/>
            <a:ext cx="493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6: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Share agent URL with team: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923760" y="3458840"/>
            <a:ext cx="50684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https://cursor.com/agents/agt_abc123def456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743712" y="3758800"/>
            <a:ext cx="10047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Launched agent · monitored logs · configured settings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747720" y="4179000"/>
            <a:ext cx="1627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shared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TextBox 531"/>
          <p:cNvSpPr txBox="1"/>
          <p:nvPr/>
        </p:nvSpPr>
        <p:spPr>
          <a:xfrm>
            <a:off x="743712" y="1862640"/>
            <a:ext cx="1019428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Prompt: Add CONTRIBUTING.md with dev setup, tests, PR process, code style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Auto-create PR: ✅ Yes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Branch prefix: docs/contributing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6.2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4234620" y="3331520"/>
            <a:ext cx="3722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 Artifacts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3707220" y="3853960"/>
            <a:ext cx="4777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 · Exercise · 15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"/>
          <p:cNvSpPr txBox="1"/>
          <p:nvPr/>
        </p:nvSpPr>
        <p:spPr>
          <a:xfrm>
            <a:off x="743712" y="850000"/>
            <a:ext cx="3347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Types of Artifacts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743712" y="4431640"/>
            <a:ext cx="9468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"Files produced by the agent that you can download or view in the UI."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62" name="Table 661"/>
          <p:cNvGraphicFramePr>
            <a:graphicFrameLocks noGrp="1"/>
          </p:cNvGraphicFramePr>
          <p:nvPr/>
        </p:nvGraphicFramePr>
        <p:xfrm>
          <a:off x="743712" y="1442440"/>
          <a:ext cx="421956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26965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Artifact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Log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agent.log, debug.log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.py, .js, *.html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Documents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.md, .txt, *.json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Images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.png, .jpg, *.svg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Archives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.zip, .tar.gz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Test results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junit.xml, coverage.json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"/>
          <p:cNvSpPr txBox="1"/>
          <p:nvPr/>
        </p:nvSpPr>
        <p:spPr>
          <a:xfrm>
            <a:off x="743712" y="850000"/>
            <a:ext cx="2973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Artifact Storage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1357200" y="1442440"/>
            <a:ext cx="254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Stored for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 days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1357200" y="1862640"/>
            <a:ext cx="3575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Multiple artifacts per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357200" y="2282840"/>
            <a:ext cx="5489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Download URLs expire after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1357200" y="2703040"/>
            <a:ext cx="5574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Max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100MB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per file ·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1GB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total per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Steps 1–2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747720" y="1442440"/>
            <a:ext cx="6219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Launch agent that generates artifacts: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43712" y="4257840"/>
            <a:ext cx="9995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After completion, view artifact list in UI with Download buttons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747720" y="4678040"/>
            <a:ext cx="2642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Download All (zip)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TextBox 694"/>
          <p:cNvSpPr txBox="1"/>
          <p:nvPr/>
        </p:nvSpPr>
        <p:spPr>
          <a:xfrm>
            <a:off x="743712" y="1862640"/>
            <a:ext cx="8685520" cy="2315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Generate: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1. api_documentation.md — OpenAPI-style docs for all endpoints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2. test_report.json — test suite summary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3. screenshot.png — main UI screenshot (if applicable)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4. dependencies.txt — all packages and versions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Place all in artifacts/ directory.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"/>
          <p:cNvSpPr txBox="1"/>
          <p:nvPr/>
        </p:nvSpPr>
        <p:spPr>
          <a:xfrm>
            <a:off x="743712" y="850000"/>
            <a:ext cx="4758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Steps 3–5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747720" y="1442440"/>
            <a:ext cx="4964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Download individual artifacts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747720" y="1862640"/>
            <a:ext cx="3727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4: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Download all as zip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747720" y="2282840"/>
            <a:ext cx="3760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Preview in browser: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1357200" y="2703040"/>
            <a:ext cx="4015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Markdown → rendered HTML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1357200" y="3123240"/>
            <a:ext cx="3321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Images → inline preview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357200" y="3543440"/>
            <a:ext cx="3879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JSON → formatted tree view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 txBox="1"/>
          <p:nvPr/>
        </p:nvSpPr>
        <p:spPr>
          <a:xfrm>
            <a:off x="743712" y="850000"/>
            <a:ext cx="5067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API Access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747720" y="4142440"/>
            <a:ext cx="1000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1815840" y="4982840"/>
            <a:ext cx="3620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bin/process-artifacts.sh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5504040" y="4562640"/>
            <a:ext cx="582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 batch-download all artifacts for an agent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747720" y="5337520"/>
            <a:ext cx="390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TextBox 731"/>
          <p:cNvSpPr txBox="1"/>
          <p:nvPr/>
        </p:nvSpPr>
        <p:spPr>
          <a:xfrm>
            <a:off x="743712" y="1442440"/>
            <a:ext cx="937132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List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"https://api.cursor.com/v1/agents/$AGENT_ID/artifacts" | jq '.'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Download specific artifact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DOWNLOAD_URL=$(curl -s -u "$CURSOR_USER_API_KEY:"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".../artifacts/download?path=artifacts/report.md" | jq -r '.url')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-L -o report.md "$DOWNLOAD_URL"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"/>
          <p:cNvSpPr txBox="1"/>
          <p:nvPr/>
        </p:nvSpPr>
        <p:spPr>
          <a:xfrm>
            <a:off x="743712" y="850000"/>
            <a:ext cx="6144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Exercise 6.2 — CI/CD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743712" y="3228040"/>
            <a:ext cx="10259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Generated artifacts · downloaded single + zip · accessed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747720" y="3648240"/>
            <a:ext cx="96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via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TextBox 747"/>
          <p:cNvSpPr txBox="1"/>
          <p:nvPr/>
        </p:nvSpPr>
        <p:spPr>
          <a:xfrm>
            <a:off x="743712" y="1442440"/>
            <a:ext cx="9919960" cy="1705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GitHub Actions — download test results from completed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- name: Download Cloud Agent artifacts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run: |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curl -s -u "${{ secrets.CURSOR_API_KEY }}:"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".../artifacts/download?path=test_results.xml" &gt; test_results.xml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6.3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2550000" y="3331520"/>
            <a:ext cx="7092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Cloud Agents from Messaging Platforms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3808740" y="3853960"/>
            <a:ext cx="457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 · Demonstration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"/>
          <p:cNvSpPr txBox="1"/>
          <p:nvPr/>
        </p:nvSpPr>
        <p:spPr>
          <a:xfrm>
            <a:off x="743712" y="850000"/>
            <a:ext cx="4359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Supported Integrations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47" name="Table 846"/>
          <p:cNvGraphicFramePr>
            <a:graphicFrameLocks noGrp="1"/>
          </p:cNvGraphicFramePr>
          <p:nvPr/>
        </p:nvGraphicFramePr>
        <p:xfrm>
          <a:off x="743712" y="1442440"/>
          <a:ext cx="787620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400"/>
                <a:gridCol w="4083360"/>
                <a:gridCol w="20564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Capabilities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Setup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Slack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Command triggering, notifications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(Slack app)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Discord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Command triggering, webhook responses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(Bot token)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Webhook integration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 (Webhook)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Generic Webhook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POST-triggered 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 (any platform)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"/>
          <p:cNvSpPr txBox="1"/>
          <p:nvPr/>
        </p:nvSpPr>
        <p:spPr>
          <a:xfrm>
            <a:off x="743712" y="850000"/>
            <a:ext cx="6649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Messaging Integration Architecture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TextBox 865"/>
          <p:cNvSpPr txBox="1"/>
          <p:nvPr/>
        </p:nvSpPr>
        <p:spPr>
          <a:xfrm>
            <a:off x="923760" y="1442440"/>
            <a:ext cx="66281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Slack/Discord/Teams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│  "/cursor review PR #42"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Webhook Receiver (your server or Cursor hosted)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│  POST /v1/agents with webhookUrl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Cursor Cloud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│  POST to webhookUrl when complete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Webhook Receiver → Post response to Slack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"/>
          <p:cNvSpPr txBox="1"/>
          <p:nvPr/>
        </p:nvSpPr>
        <p:spPr>
          <a:xfrm>
            <a:off x="743712" y="850000"/>
            <a:ext cx="4536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Slack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747720" y="1442440"/>
            <a:ext cx="574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1: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Create Slack App at api.slack.com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747720" y="1862640"/>
            <a:ext cx="472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slash command: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747720" y="3458840"/>
            <a:ext cx="725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Step 3: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Deploy webhook receiver (Flask/Python) that: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743712" y="3879040"/>
            <a:ext cx="770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Parses Slack command → launches Cloud Agent via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1357200" y="4299240"/>
            <a:ext cx="5845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Acknowledges immediately with agent URL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1357200" y="4719440"/>
            <a:ext cx="6438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Posts completion summary when webhook fires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TextBox 886"/>
          <p:cNvSpPr txBox="1"/>
          <p:nvPr/>
        </p:nvSpPr>
        <p:spPr>
          <a:xfrm>
            <a:off x="923760" y="2282840"/>
            <a:ext cx="799972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Command: /cursor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Request URL: https://your-server.com/webhook/slack-cursor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Usage Hint: [prompt or command]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"/>
          <p:cNvSpPr txBox="1"/>
          <p:nvPr/>
        </p:nvSpPr>
        <p:spPr>
          <a:xfrm>
            <a:off x="743712" y="850000"/>
            <a:ext cx="3678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Slack Usage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747720" y="1442440"/>
            <a:ext cx="1169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 Slack: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923760" y="1862640"/>
            <a:ext cx="7240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/cursor Review the recent commits and summarize what changed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747720" y="2162600"/>
            <a:ext cx="155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Response: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176120" y="2582800"/>
            <a:ext cx="4223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Launching Cloud Agent `agt_abc123`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743712" y="2882760"/>
            <a:ext cx="923416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🤖 Launching Cloud Agent `agt_abc123`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Watch progress: https://cursor.com/agents/agt_abc123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✅ Cloud Agent Complete!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Summary: 3 commits — fixed login bug, added tests, updated README.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PR: https://github.com/your-org/your-repo/pull/43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"/>
          <p:cNvSpPr txBox="1"/>
          <p:nvPr/>
        </p:nvSpPr>
        <p:spPr>
          <a:xfrm>
            <a:off x="743712" y="850000"/>
            <a:ext cx="4976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Demo: Discord Integration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923760" y="3523160"/>
            <a:ext cx="2293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await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ctx.send(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3216600" y="2923240"/>
            <a:ext cx="241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f"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743712" y="3223200"/>
            <a:ext cx="6516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Agent launched: https://cursor.com/agents/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{agent_id}</a:t>
            </a:r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10225800" y="3823120"/>
            <a:ext cx="219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747720" y="4123080"/>
            <a:ext cx="1051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Usage: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743712" y="4543280"/>
            <a:ext cx="708948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!cursor Add error handling to all API endpoints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TextBox 942"/>
          <p:cNvSpPr txBox="1"/>
          <p:nvPr/>
        </p:nvSpPr>
        <p:spPr>
          <a:xfrm>
            <a:off x="743712" y="1442440"/>
            <a:ext cx="1074292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@bot.command(name='cursor')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async def cursor_command(ctx, *, prompt):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response = requests.post("https://api.cursor.com/v1/agents", ...)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await ctx.send(f"✅ Agent launched: https://cursor.com/agents/{agent_id}")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"/>
          <p:cNvSpPr txBox="1"/>
          <p:nvPr/>
        </p:nvSpPr>
        <p:spPr>
          <a:xfrm>
            <a:off x="743712" y="850000"/>
            <a:ext cx="627516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Generic Webhook &amp; Notifications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747720" y="336240"/>
            <a:ext cx="520020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Any HTTP POST can trigger agents: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43712" y="1932440"/>
            <a:ext cx="1048752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cases: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GitHub webhook on PR · Cron jobs · CI/CD post-deploy · Internal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747720" y="2352640"/>
            <a:ext cx="14410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dashboard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747720" y="2772840"/>
            <a:ext cx="435348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Status notifications: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configure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743712" y="403344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notifyOnStart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7198200" y="31930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7436160" y="4388120"/>
            <a:ext cx="241380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notifyOnComplete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9917640" y="36132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816120" y="4742800"/>
            <a:ext cx="1961280" cy="2746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notifyOnError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743712" y="5097480"/>
            <a:ext cx="977544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Success Criteria: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Understood architecture · saw Slack/Discord demos 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747720" y="5517680"/>
            <a:ext cx="2576160" cy="34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webhook triggering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743712" y="1442440"/>
            <a:ext cx="895984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curl -X POST https://your-server.com/trigger-agent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-d '{"prompt": "Run the weekly security scan", "repo": "..."}'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43" name="Table 1042"/>
          <p:cNvGraphicFramePr>
            <a:graphicFrameLocks noGrp="1"/>
          </p:cNvGraphicFramePr>
          <p:nvPr/>
        </p:nvGraphicFramePr>
        <p:xfrm>
          <a:off x="743712" y="1442440"/>
          <a:ext cx="563592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483160"/>
                <a:gridCol w="23764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Skill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Launching Cloud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Remote execution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Cloud Agent Artifacts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Output collection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Messaging Integrations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Chat-triggered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"/>
          <p:cNvSpPr txBox="1"/>
          <p:nvPr/>
        </p:nvSpPr>
        <p:spPr>
          <a:xfrm>
            <a:off x="743712" y="850000"/>
            <a:ext cx="4141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Quick Reference Card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743712" y="1442440"/>
            <a:ext cx="10605760" cy="3839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UI ACCESS: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Cursor Editor: View → Cloud 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Web: https://cursor.com/agents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LAUNCH:  + New → repo/branch → prompt → model → Launch Agent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ARTIFACTS:  View in detail page · Download single/zip · API (30-day storage)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MESSAGING: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/cursor [prompt] in Slack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!cursor [prompt] in Discord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Webhook POST to trigger endpoint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7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 txBox="1"/>
          <p:nvPr/>
        </p:nvSpPr>
        <p:spPr>
          <a:xfrm>
            <a:off x="743712" y="2565720"/>
            <a:ext cx="97239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API Foundations · Day 2 (Concept + 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 txBox="1"/>
          <p:nvPr/>
        </p:nvSpPr>
        <p:spPr>
          <a:xfrm>
            <a:off x="743712" y="3158160"/>
            <a:ext cx="9917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you've mastered Cloud Agents in the UI,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7: Cursor API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743712" y="3578360"/>
            <a:ext cx="9655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Foundations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covers the API ecosystem, authentication, rate limits,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1090440" y="3998560"/>
            <a:ext cx="3423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efficient request patterns.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747720" y="44187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285840" y="225720"/>
            <a:ext cx="26762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6 — Cloud Agents in the UI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