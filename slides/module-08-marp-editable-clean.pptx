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2234820" y="2674620"/>
            <a:ext cx="7722360" cy="54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4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Cloud Agents API and Webhooks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3496980" y="3320740"/>
            <a:ext cx="51980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· Day 2 (Hands-On)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3736920" y="3843180"/>
            <a:ext cx="4718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~60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743712" y="850000"/>
            <a:ext cx="32598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Overview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80" name="Table 79"/>
          <p:cNvGraphicFramePr>
            <a:graphicFrameLocks noGrp="1"/>
          </p:cNvGraphicFramePr>
          <p:nvPr/>
        </p:nvGraphicFramePr>
        <p:xfrm>
          <a:off x="743712" y="1442440"/>
          <a:ext cx="6353160" cy="291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04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Details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~60 minutes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Format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Hands-on exercise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Prerequisites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User API key (Module 7), Python 3.8+, ngrok installed, GitHub repository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9744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Module Goal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Programmatically create, stream, and manage Cloud Agents, and set up webhook notifications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 txBox="1"/>
          <p:nvPr/>
        </p:nvSpPr>
        <p:spPr>
          <a:xfrm>
            <a:off x="743712" y="850000"/>
            <a:ext cx="3788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Learning Objectives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747720" y="1442440"/>
            <a:ext cx="7184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By the end of this module, participants will be able to: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1357200" y="1862640"/>
            <a:ext cx="7234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Create a Cloud Agent programmatically using the API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743712" y="2282840"/>
            <a:ext cx="9250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Stream agent responses in real-time using SSE with resume support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1357200" y="2703040"/>
            <a:ext cx="6896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List and download artifacts from a completed agent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1357200" y="3123240"/>
            <a:ext cx="6879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Create a webhook endpoint with HMAC verification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1357200" y="3543440"/>
            <a:ext cx="4642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Test webhooks locally using ngrok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1357200" y="3963640"/>
            <a:ext cx="6303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Build an end-to-end automated agent workflow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"/>
          <p:cNvSpPr txBox="1"/>
          <p:nvPr/>
        </p:nvSpPr>
        <p:spPr>
          <a:xfrm>
            <a:off x="743712" y="850000"/>
            <a:ext cx="14536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Agenda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22" name="Table 221"/>
          <p:cNvGraphicFramePr>
            <a:graphicFrameLocks noGrp="1"/>
          </p:cNvGraphicFramePr>
          <p:nvPr/>
        </p:nvGraphicFramePr>
        <p:xfrm>
          <a:off x="743712" y="1442440"/>
          <a:ext cx="5849280" cy="290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4296720"/>
                <a:gridCol w="77628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Lesson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Time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8.1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Creating a Cloud Agent Programmatically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15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8.2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Streaming Agent Responses (SSE)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15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8.3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Listing and Downloading Artifacts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15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8.4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Creating a Webhook Endpoint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15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8.5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Testing Webhooks Locally with ngrok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13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8.6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End-to-End Automated Agent Workflow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17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8.1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2450820" y="3331520"/>
            <a:ext cx="7290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Creating a Cloud Agent Programmatically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3707220" y="3853960"/>
            <a:ext cx="477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5 min · Exercise · 10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"/>
          <p:cNvSpPr txBox="1"/>
          <p:nvPr/>
        </p:nvSpPr>
        <p:spPr>
          <a:xfrm>
            <a:off x="743712" y="850000"/>
            <a:ext cx="2565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Agent + Runs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747720" y="3048640"/>
            <a:ext cx="2117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Key endpoint: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2932920" y="3468840"/>
            <a:ext cx="226296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POST /v1/agents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76" name="Table 275"/>
          <p:cNvGraphicFramePr>
            <a:graphicFrameLocks noGrp="1"/>
          </p:cNvGraphicFramePr>
          <p:nvPr/>
        </p:nvGraphicFramePr>
        <p:xfrm>
          <a:off x="743712" y="1442440"/>
          <a:ext cx="5713080" cy="152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296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Concept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Agent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Durable entity with conversation history and workspace state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Run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Single execution (one prompt/response cycle)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"/>
          <p:cNvSpPr txBox="1"/>
          <p:nvPr/>
        </p:nvSpPr>
        <p:spPr>
          <a:xfrm>
            <a:off x="743712" y="498920"/>
            <a:ext cx="28191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Request Fields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747720" y="1091360"/>
            <a:ext cx="1423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Required: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747720" y="2838360"/>
            <a:ext cx="1422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Optional: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2238480" y="4519160"/>
            <a:ext cx="181044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autoCreatePR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4116600" y="325856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·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4456080" y="4873840"/>
            <a:ext cx="120744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model.id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743712" y="367876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·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743712" y="5228520"/>
            <a:ext cx="15091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webhookUrl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7647120" y="409896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·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7986600" y="5583200"/>
            <a:ext cx="196128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webhookSecret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333" name="Table 332"/>
          <p:cNvGraphicFramePr>
            <a:graphicFrameLocks noGrp="1"/>
          </p:cNvGraphicFramePr>
          <p:nvPr/>
        </p:nvGraphicFramePr>
        <p:xfrm>
          <a:off x="743712" y="1511560"/>
          <a:ext cx="4539600" cy="124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9680"/>
                <a:gridCol w="32299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prompt.text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"Add a README.md file"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repos[].url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"https://github.com/org/repo"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"/>
          <p:cNvSpPr txBox="1"/>
          <p:nvPr/>
        </p:nvSpPr>
        <p:spPr>
          <a:xfrm>
            <a:off x="743712" y="850000"/>
            <a:ext cx="58809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8.1 — Create with curl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TextBox 350"/>
          <p:cNvSpPr txBox="1"/>
          <p:nvPr/>
        </p:nvSpPr>
        <p:spPr>
          <a:xfrm>
            <a:off x="743712" y="1442440"/>
            <a:ext cx="10972800" cy="32296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export CURSOR_USER_API_KEY="cursor_xxxxxxxxxxxx"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-X POST https://api.cursor.com/v1/agents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-u "$CURSOR_USER_API_KEY:"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-H "Content-Type: application/json"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-d '{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"prompt": {"text": "Add a README.md file with setup instructions"},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"repos": [{"url": "https://github.com/YOUR_ORG/YOUR_REPO", "startingRef": "main"}],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"autoCreatePR": true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}' | jq '.'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"/>
          <p:cNvSpPr txBox="1"/>
          <p:nvPr/>
        </p:nvSpPr>
        <p:spPr>
          <a:xfrm>
            <a:off x="743712" y="850000"/>
            <a:ext cx="51321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8.1 — Capture IDs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747720" y="3228040"/>
            <a:ext cx="3727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Create with specific model: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4542840" y="3648240"/>
            <a:ext cx="512856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"model": {"id": "claude-4.7-opus"}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TextBox 366"/>
          <p:cNvSpPr txBox="1"/>
          <p:nvPr/>
        </p:nvSpPr>
        <p:spPr>
          <a:xfrm>
            <a:off x="923760" y="1442440"/>
            <a:ext cx="7451080" cy="17056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AGENT_ID=$(echo "$RESPONSE" | jq -r '.agent.id')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RUN_ID=$(echo "$RESPONSE" | jq -r '.run.id')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echo "Agent ID: $AGENT_ID"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echo "Dashboard: https://cursor.com/agents/$AGENT_ID"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"/>
          <p:cNvSpPr txBox="1"/>
          <p:nvPr/>
        </p:nvSpPr>
        <p:spPr>
          <a:xfrm>
            <a:off x="743712" y="850000"/>
            <a:ext cx="55944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8.1 — Python Helper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743712" y="5056840"/>
            <a:ext cx="98784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Agent created · IDs captured · appears in dashboard ·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747720" y="5477040"/>
            <a:ext cx="2982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Python function works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TextBox 388"/>
          <p:cNvSpPr txBox="1"/>
          <p:nvPr/>
        </p:nvSpPr>
        <p:spPr>
          <a:xfrm>
            <a:off x="743712" y="1442440"/>
            <a:ext cx="10468600" cy="3534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def create_agent(prompt, repo_url, auto_create_pr=False, model=None):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payload = {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"prompt": {"text": prompt},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"repos": [{"url": repo_url}],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"autoCreatePR": auto_create_pr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}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if model: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payload["model"] = {"id": model}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response = requests.post(f"{BASE_URL}/agents", auth=AUTH, json=payload)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data = response.json()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return data["agent"]["id"], data["run"]["id"]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8.2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2990280" y="3331520"/>
            <a:ext cx="62114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Streaming Agent Responses (SSE)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3707220" y="3853960"/>
            <a:ext cx="477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5 min · Exercise · 10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1166904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"/>
          <p:cNvSpPr txBox="1"/>
          <p:nvPr/>
        </p:nvSpPr>
        <p:spPr>
          <a:xfrm>
            <a:off x="743712" y="850000"/>
            <a:ext cx="3237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SSE Event Types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550" name="Table 549"/>
          <p:cNvGraphicFramePr>
            <a:graphicFrameLocks noGrp="1"/>
          </p:cNvGraphicFramePr>
          <p:nvPr/>
        </p:nvGraphicFramePr>
        <p:xfrm>
          <a:off x="743712" y="1442440"/>
          <a:ext cx="7662840" cy="332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6320"/>
                <a:gridCol w="2269800"/>
                <a:gridCol w="42967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Event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When It Happens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Data Example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Run status changes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{"status":"RUNNING"}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assistant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Agent speaks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{"text":"I'll read the file..."}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thinking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Agent is reasoning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{"text":"Let me consider..."}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tool_call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Agent uses a tool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{"name":"read_file","status":"started"}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Run completes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{"status":"FINISHED"}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error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Something went wrong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{"message":"..."}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Stream ends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{}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"/>
          <p:cNvSpPr txBox="1"/>
          <p:nvPr/>
        </p:nvSpPr>
        <p:spPr>
          <a:xfrm>
            <a:off x="743712" y="850000"/>
            <a:ext cx="31708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Resume Support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747720" y="1442440"/>
            <a:ext cx="3473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SSE streams support the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 txBox="1"/>
          <p:nvPr/>
        </p:nvSpPr>
        <p:spPr>
          <a:xfrm>
            <a:off x="743712" y="2282840"/>
            <a:ext cx="196128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Last-Event-ID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6318360" y="1862640"/>
            <a:ext cx="48294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header — if your connection drops,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747720" y="2637520"/>
            <a:ext cx="4930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resume from the last received event.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"/>
          <p:cNvSpPr txBox="1"/>
          <p:nvPr/>
        </p:nvSpPr>
        <p:spPr>
          <a:xfrm>
            <a:off x="743712" y="850000"/>
            <a:ext cx="59911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8.2 — Stream with curl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747720" y="2618440"/>
            <a:ext cx="3304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Parse lines starting with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4119480" y="3879040"/>
            <a:ext cx="90576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event: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743712" y="3038640"/>
            <a:ext cx="678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and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743712" y="4233720"/>
            <a:ext cx="7549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data: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 txBox="1"/>
          <p:nvPr/>
        </p:nvSpPr>
        <p:spPr>
          <a:xfrm>
            <a:off x="6662160" y="3458840"/>
            <a:ext cx="4371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print assistant text, tool calls,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 txBox="1"/>
          <p:nvPr/>
        </p:nvSpPr>
        <p:spPr>
          <a:xfrm>
            <a:off x="747720" y="4588400"/>
            <a:ext cx="2322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and result status.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TextBox 581"/>
          <p:cNvSpPr txBox="1"/>
          <p:nvPr/>
        </p:nvSpPr>
        <p:spPr>
          <a:xfrm>
            <a:off x="743712" y="1442440"/>
            <a:ext cx="9234160" cy="109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-N -u "$CURSOR_USER_API_KEY:"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-H "Accept: text/event-stream"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"https://api.cursor.com/v1/agents/$AGENT_ID/runs/$RUN_ID/stream"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"/>
          <p:cNvSpPr txBox="1"/>
          <p:nvPr/>
        </p:nvSpPr>
        <p:spPr>
          <a:xfrm>
            <a:off x="743712" y="850000"/>
            <a:ext cx="63648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8.2 — Python SSE Client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TextBox 600"/>
          <p:cNvSpPr txBox="1"/>
          <p:nvPr/>
        </p:nvSpPr>
        <p:spPr>
          <a:xfrm>
            <a:off x="743712" y="1442440"/>
            <a:ext cx="8685520" cy="32296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def stream_agent_response(agent_id, run_id, on_event=None):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url = f"{BASE_URL}/agents/{agent_id}/runs/{run_id}/stream"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response = requests.get(url, auth=AUTH, stream=True)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for line in response.iter_lines():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if line.startswith(b'event:'):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current_event = line[6:].strip().decode()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elif line.startswith(b'data:'):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data = json.loads(line[5:].strip())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if on_event: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    on_event(current_event, data)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"/>
          <p:cNvSpPr txBox="1"/>
          <p:nvPr/>
        </p:nvSpPr>
        <p:spPr>
          <a:xfrm>
            <a:off x="743712" y="144920"/>
            <a:ext cx="69163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8.2 — ResumableSSEClient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747720" y="737360"/>
            <a:ext cx="847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Track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 txBox="1"/>
          <p:nvPr/>
        </p:nvSpPr>
        <p:spPr>
          <a:xfrm>
            <a:off x="1651680" y="2418160"/>
            <a:ext cx="196128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last_event_id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3680640" y="1157560"/>
            <a:ext cx="7797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from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4528080" y="2772840"/>
            <a:ext cx="45324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id: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 txBox="1"/>
          <p:nvPr/>
        </p:nvSpPr>
        <p:spPr>
          <a:xfrm>
            <a:off x="743712" y="1577760"/>
            <a:ext cx="2338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lines → send as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7455600" y="3127520"/>
            <a:ext cx="196128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Last-Event-ID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 txBox="1"/>
          <p:nvPr/>
        </p:nvSpPr>
        <p:spPr>
          <a:xfrm>
            <a:off x="9484920" y="1997960"/>
            <a:ext cx="1458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header 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 txBox="1"/>
          <p:nvPr/>
        </p:nvSpPr>
        <p:spPr>
          <a:xfrm>
            <a:off x="747720" y="3482200"/>
            <a:ext cx="1339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reconnect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747720" y="3902400"/>
            <a:ext cx="847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Also: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1662840" y="4742800"/>
            <a:ext cx="241380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stream_to_file()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743712" y="4322600"/>
            <a:ext cx="4625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saves full SSE log for later review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 txBox="1"/>
          <p:nvPr/>
        </p:nvSpPr>
        <p:spPr>
          <a:xfrm>
            <a:off x="743712" y="5097480"/>
            <a:ext cx="10537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Stream connected · received events · Python client works ·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747720" y="5517680"/>
            <a:ext cx="2846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resume implemented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8.3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 txBox="1"/>
          <p:nvPr/>
        </p:nvSpPr>
        <p:spPr>
          <a:xfrm>
            <a:off x="3166140" y="3331520"/>
            <a:ext cx="58597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Listing and Downloading Artifacts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 txBox="1"/>
          <p:nvPr/>
        </p:nvSpPr>
        <p:spPr>
          <a:xfrm>
            <a:off x="3707220" y="3853960"/>
            <a:ext cx="477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5 min · Exercise · 10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"/>
          <p:cNvSpPr txBox="1"/>
          <p:nvPr/>
        </p:nvSpPr>
        <p:spPr>
          <a:xfrm>
            <a:off x="743712" y="850000"/>
            <a:ext cx="27745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Key Endpoints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 txBox="1"/>
          <p:nvPr/>
        </p:nvSpPr>
        <p:spPr>
          <a:xfrm>
            <a:off x="747720" y="2769240"/>
            <a:ext cx="7165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Important: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Download URLs expire after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15 minutes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695" name="Table 694"/>
          <p:cNvGraphicFramePr>
            <a:graphicFrameLocks noGrp="1"/>
          </p:cNvGraphicFramePr>
          <p:nvPr/>
        </p:nvGraphicFramePr>
        <p:xfrm>
          <a:off x="743712" y="1442440"/>
          <a:ext cx="7876200" cy="124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3320"/>
                <a:gridCol w="776280"/>
                <a:gridCol w="333660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Endpoint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/v1/agents/{id}/artifacts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List all artifacts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/v1/agents/{id}/artifacts/download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Get presigned URL for download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"/>
          <p:cNvSpPr txBox="1"/>
          <p:nvPr/>
        </p:nvSpPr>
        <p:spPr>
          <a:xfrm>
            <a:off x="743712" y="850000"/>
            <a:ext cx="49557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8.3 — Wait &amp; List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TextBox 712"/>
          <p:cNvSpPr txBox="1"/>
          <p:nvPr/>
        </p:nvSpPr>
        <p:spPr>
          <a:xfrm>
            <a:off x="743712" y="1442440"/>
            <a:ext cx="10972800" cy="32296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def wait_for_completion(agent_id, timeout=300, poll_interval=5):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while time.time() - start &lt; timeout: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status = get_agent_status(agent_id).get('status')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if status == 'FINISHED': return True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elif status == 'ERROR': return False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time.sleep(poll_interval)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def list_artifacts(agent_id):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response = requests.get(f"{BASE_URL}/agents/{agent_id}/artifacts", auth=AUTH)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return response.json().get('items', [])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"/>
          <p:cNvSpPr txBox="1"/>
          <p:nvPr/>
        </p:nvSpPr>
        <p:spPr>
          <a:xfrm>
            <a:off x="743712" y="850000"/>
            <a:ext cx="48013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8.3 — Download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 txBox="1"/>
          <p:nvPr/>
        </p:nvSpPr>
        <p:spPr>
          <a:xfrm>
            <a:off x="747720" y="1442440"/>
            <a:ext cx="2117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Single artifact: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 txBox="1"/>
          <p:nvPr/>
        </p:nvSpPr>
        <p:spPr>
          <a:xfrm>
            <a:off x="743712" y="3953040"/>
            <a:ext cx="101318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All artifacts: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loop items, create subdirs, download each via presigned URL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TextBox 729"/>
          <p:cNvSpPr txBox="1"/>
          <p:nvPr/>
        </p:nvSpPr>
        <p:spPr>
          <a:xfrm>
            <a:off x="923760" y="1862640"/>
            <a:ext cx="7725400" cy="2010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response = requests.get(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f"{BASE_URL}/agents/{agent_id}/artifacts/download",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auth=AUTH, params={"path": artifact_path}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download_url = response.json().get('url')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curl download_url → save to disk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"/>
          <p:cNvSpPr txBox="1"/>
          <p:nvPr/>
        </p:nvSpPr>
        <p:spPr>
          <a:xfrm>
            <a:off x="743712" y="850000"/>
            <a:ext cx="54619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8.3 — CI Integration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 txBox="1"/>
          <p:nvPr/>
        </p:nvSpPr>
        <p:spPr>
          <a:xfrm>
            <a:off x="743712" y="2923240"/>
            <a:ext cx="9835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Listed artifacts · downloaded single + all · CI workflow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 txBox="1"/>
          <p:nvPr/>
        </p:nvSpPr>
        <p:spPr>
          <a:xfrm>
            <a:off x="747720" y="3343440"/>
            <a:ext cx="1424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integration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TextBox 744"/>
          <p:cNvSpPr txBox="1"/>
          <p:nvPr/>
        </p:nvSpPr>
        <p:spPr>
          <a:xfrm>
            <a:off x="743712" y="1442440"/>
            <a:ext cx="10331440" cy="1400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def process_test_results(agent_id):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wait_for_completion(agent_id, timeout=600)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download_artifact(agent_id, "artifacts/junit.xml", "test_results.xml")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# Parse XML → exit 1 if failures/errors, else exit 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8.4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"/>
          <p:cNvSpPr txBox="1"/>
          <p:nvPr/>
        </p:nvSpPr>
        <p:spPr>
          <a:xfrm>
            <a:off x="3452340" y="3331520"/>
            <a:ext cx="52873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Creating a Webhook Endpoint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 txBox="1"/>
          <p:nvPr/>
        </p:nvSpPr>
        <p:spPr>
          <a:xfrm>
            <a:off x="3707220" y="3853960"/>
            <a:ext cx="477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5 min · Exercise · 10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"/>
          <p:cNvSpPr txBox="1"/>
          <p:nvPr/>
        </p:nvSpPr>
        <p:spPr>
          <a:xfrm>
            <a:off x="743712" y="850000"/>
            <a:ext cx="34574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Webhook Headers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2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813" name="Table 812"/>
          <p:cNvGraphicFramePr>
            <a:graphicFrameLocks noGrp="1"/>
          </p:cNvGraphicFramePr>
          <p:nvPr/>
        </p:nvGraphicFramePr>
        <p:xfrm>
          <a:off x="743712" y="1442440"/>
          <a:ext cx="6353160" cy="16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3120"/>
                <a:gridCol w="419004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Header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X-Webhook-Signature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HMAC-SHA256 signature for verification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X-Webhook-ID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Unique delivery ID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X-Webhook-Event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Event type (statusChange)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"/>
          <p:cNvSpPr txBox="1"/>
          <p:nvPr/>
        </p:nvSpPr>
        <p:spPr>
          <a:xfrm>
            <a:off x="743712" y="850000"/>
            <a:ext cx="34131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Webhook Payload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TextBox 829"/>
          <p:cNvSpPr txBox="1"/>
          <p:nvPr/>
        </p:nvSpPr>
        <p:spPr>
          <a:xfrm>
            <a:off x="743712" y="1442440"/>
            <a:ext cx="9919960" cy="2620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{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"event": "statusChange",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"id": "agent_abc123",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"status": "FINISHED",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"source": {"repository": "https://github.com/your-org/your-repo"},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"target": {"url": "...", "prUrl": "https://github.com/.../pull/123"},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"summary": "Added README.md and fixed tests"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}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"/>
          <p:cNvSpPr txBox="1"/>
          <p:nvPr/>
        </p:nvSpPr>
        <p:spPr>
          <a:xfrm>
            <a:off x="743712" y="850000"/>
            <a:ext cx="63648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8.4 — HMAC Verification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2" name=""/>
          <p:cNvSpPr txBox="1"/>
          <p:nvPr/>
        </p:nvSpPr>
        <p:spPr>
          <a:xfrm>
            <a:off x="743712" y="3532840"/>
            <a:ext cx="10215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Flask route: verify signature → parse payload → handle FINISHED/ERROR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3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4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TextBox 845"/>
          <p:cNvSpPr txBox="1"/>
          <p:nvPr/>
        </p:nvSpPr>
        <p:spPr>
          <a:xfrm>
            <a:off x="923760" y="1442440"/>
            <a:ext cx="7999720" cy="2010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def verify_signature(raw_body, signature_header):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received = signature_header[7:]  # strip "sha256="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expected = hmac.new(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WEBHOOK_SECRET.encode(), raw_body, hashlib.sha256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).hexdigest()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return hmac.compare_digest(expected, received)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"/>
          <p:cNvSpPr txBox="1"/>
          <p:nvPr/>
        </p:nvSpPr>
        <p:spPr>
          <a:xfrm>
            <a:off x="743712" y="850000"/>
            <a:ext cx="60120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8.4 — Configure Agent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2" name=""/>
          <p:cNvSpPr txBox="1"/>
          <p:nvPr/>
        </p:nvSpPr>
        <p:spPr>
          <a:xfrm>
            <a:off x="743712" y="4752040"/>
            <a:ext cx="10555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Server running · signature verified · payload parsed · agent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"/>
          <p:cNvSpPr txBox="1"/>
          <p:nvPr/>
        </p:nvSpPr>
        <p:spPr>
          <a:xfrm>
            <a:off x="747720" y="5172240"/>
            <a:ext cx="1424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configured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4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5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7" name="TextBox 866"/>
          <p:cNvSpPr txBox="1"/>
          <p:nvPr/>
        </p:nvSpPr>
        <p:spPr>
          <a:xfrm>
            <a:off x="743712" y="1442440"/>
            <a:ext cx="8959840" cy="32296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-X POST https://api.cursor.com/v1/agents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-u "$CURSOR_USER_API_KEY:"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-H "Content-Type: application/json"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-d '{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"prompt": {"text": "Add a CONTRIBUTING.md file"},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"repos": [{"url": "https://github.com/YOUR_ORG/YOUR_REPO"}],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"webhookUrl": "https://your-domain.com/webhook/cursor",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"webhookSecret": "your-secret-here",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"autoCreatePR": true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}'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8.5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"/>
          <p:cNvSpPr txBox="1"/>
          <p:nvPr/>
        </p:nvSpPr>
        <p:spPr>
          <a:xfrm>
            <a:off x="2825040" y="3331520"/>
            <a:ext cx="65419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Testing Webhooks Locally with ngrok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"/>
          <p:cNvSpPr txBox="1"/>
          <p:nvPr/>
        </p:nvSpPr>
        <p:spPr>
          <a:xfrm>
            <a:off x="3792000" y="3853960"/>
            <a:ext cx="4608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5 min · Exercise · 8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3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4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"/>
          <p:cNvSpPr txBox="1"/>
          <p:nvPr/>
        </p:nvSpPr>
        <p:spPr>
          <a:xfrm>
            <a:off x="743712" y="850000"/>
            <a:ext cx="2862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What Is ngrok?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1" name=""/>
          <p:cNvSpPr txBox="1"/>
          <p:nvPr/>
        </p:nvSpPr>
        <p:spPr>
          <a:xfrm>
            <a:off x="747720" y="1442440"/>
            <a:ext cx="8505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Creates a secure tunnel from a public URL to your local server.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3" name=""/>
          <p:cNvSpPr txBox="1"/>
          <p:nvPr/>
        </p:nvSpPr>
        <p:spPr>
          <a:xfrm>
            <a:off x="1357200" y="1862640"/>
            <a:ext cx="4490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Test webhooks without deploying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4" name=""/>
          <p:cNvSpPr txBox="1"/>
          <p:nvPr/>
        </p:nvSpPr>
        <p:spPr>
          <a:xfrm>
            <a:off x="1357200" y="2282840"/>
            <a:ext cx="5066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Debug locally · Demo to stakeholders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5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6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7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8.5 — Steps 1–3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6" name=""/>
          <p:cNvSpPr txBox="1"/>
          <p:nvPr/>
        </p:nvSpPr>
        <p:spPr>
          <a:xfrm>
            <a:off x="747720" y="1442440"/>
            <a:ext cx="2745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1: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Start tunnel: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9" name=""/>
          <p:cNvSpPr txBox="1"/>
          <p:nvPr/>
        </p:nvSpPr>
        <p:spPr>
          <a:xfrm>
            <a:off x="747720" y="2733840"/>
            <a:ext cx="3591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Copy HTTPS URL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0" name=""/>
          <p:cNvSpPr txBox="1"/>
          <p:nvPr/>
        </p:nvSpPr>
        <p:spPr>
          <a:xfrm>
            <a:off x="747720" y="3154040"/>
            <a:ext cx="5117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3: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Create agent with ngrok URL: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3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4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6" name="TextBox 905"/>
          <p:cNvSpPr txBox="1"/>
          <p:nvPr/>
        </p:nvSpPr>
        <p:spPr>
          <a:xfrm>
            <a:off x="743712" y="1862640"/>
            <a:ext cx="868552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ngrok http 5000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Forwarding: https://abc123.ngrok.io -&gt; http://localhost:5000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743712" y="3574240"/>
            <a:ext cx="950848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-X POST https://api.cursor.com/v1/agents ...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-d '{"webhookUrl": "https://abc123.ngrok.io/webhook/cursor", ...}'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"/>
          <p:cNvSpPr txBox="1"/>
          <p:nvPr/>
        </p:nvSpPr>
        <p:spPr>
          <a:xfrm>
            <a:off x="743712" y="850000"/>
            <a:ext cx="6101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8.5 — Inspect &amp; Replay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1" name=""/>
          <p:cNvSpPr txBox="1"/>
          <p:nvPr/>
        </p:nvSpPr>
        <p:spPr>
          <a:xfrm>
            <a:off x="747720" y="1442440"/>
            <a:ext cx="3761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4: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Inspect requests at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2" name=""/>
          <p:cNvSpPr txBox="1"/>
          <p:nvPr/>
        </p:nvSpPr>
        <p:spPr>
          <a:xfrm>
            <a:off x="743712" y="1862640"/>
            <a:ext cx="316800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http://127.0.0.1:4040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3" name=""/>
          <p:cNvSpPr txBox="1"/>
          <p:nvPr/>
        </p:nvSpPr>
        <p:spPr>
          <a:xfrm>
            <a:off x="743712" y="2217320"/>
            <a:ext cx="9996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5: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Replay failed webhooks (ngrok premium) — inspect raw body and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4" name=""/>
          <p:cNvSpPr txBox="1"/>
          <p:nvPr/>
        </p:nvSpPr>
        <p:spPr>
          <a:xfrm>
            <a:off x="747720" y="2637520"/>
            <a:ext cx="1102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headers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5" name=""/>
          <p:cNvSpPr txBox="1"/>
          <p:nvPr/>
        </p:nvSpPr>
        <p:spPr>
          <a:xfrm>
            <a:off x="743712" y="3057720"/>
            <a:ext cx="10640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Tunnel established · webhook received · signature verified ·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6" name=""/>
          <p:cNvSpPr txBox="1"/>
          <p:nvPr/>
        </p:nvSpPr>
        <p:spPr>
          <a:xfrm>
            <a:off x="747720" y="3477920"/>
            <a:ext cx="2864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inspected in ngrok UI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7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9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8.6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4" name=""/>
          <p:cNvSpPr txBox="1"/>
          <p:nvPr/>
        </p:nvSpPr>
        <p:spPr>
          <a:xfrm>
            <a:off x="2637840" y="3331520"/>
            <a:ext cx="69163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End-to-End Automated Agent Workflow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5" name=""/>
          <p:cNvSpPr txBox="1"/>
          <p:nvPr/>
        </p:nvSpPr>
        <p:spPr>
          <a:xfrm>
            <a:off x="3707220" y="3853960"/>
            <a:ext cx="477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5 min · Exercise · 12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6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7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8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"/>
          <p:cNvSpPr txBox="1"/>
          <p:nvPr/>
        </p:nvSpPr>
        <p:spPr>
          <a:xfrm>
            <a:off x="743712" y="850000"/>
            <a:ext cx="47779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The Capstone Integration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4" name=""/>
          <p:cNvSpPr txBox="1"/>
          <p:nvPr/>
        </p:nvSpPr>
        <p:spPr>
          <a:xfrm>
            <a:off x="747720" y="1442440"/>
            <a:ext cx="3372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Combine everything into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5" name=""/>
          <p:cNvSpPr txBox="1"/>
          <p:nvPr/>
        </p:nvSpPr>
        <p:spPr>
          <a:xfrm>
            <a:off x="743712" y="2282840"/>
            <a:ext cx="316800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automated_workflow.py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6" name=""/>
          <p:cNvSpPr txBox="1"/>
          <p:nvPr/>
        </p:nvSpPr>
        <p:spPr>
          <a:xfrm>
            <a:off x="7423560" y="186264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7" name=""/>
          <p:cNvSpPr txBox="1"/>
          <p:nvPr/>
        </p:nvSpPr>
        <p:spPr>
          <a:xfrm>
            <a:off x="1018440" y="2637520"/>
            <a:ext cx="6167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Create agent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(with optional webhook URL)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8" name=""/>
          <p:cNvSpPr txBox="1"/>
          <p:nvPr/>
        </p:nvSpPr>
        <p:spPr>
          <a:xfrm>
            <a:off x="1018440" y="3057720"/>
            <a:ext cx="6013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Wait for completion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(webhook or polling)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9" name=""/>
          <p:cNvSpPr txBox="1"/>
          <p:nvPr/>
        </p:nvSpPr>
        <p:spPr>
          <a:xfrm>
            <a:off x="1018440" y="3477920"/>
            <a:ext cx="3066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Download artifacts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0" name=""/>
          <p:cNvSpPr txBox="1"/>
          <p:nvPr/>
        </p:nvSpPr>
        <p:spPr>
          <a:xfrm>
            <a:off x="1018440" y="3898120"/>
            <a:ext cx="6438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Process results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(CI exit codes, notifications)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1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2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3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"/>
          <p:cNvSpPr txBox="1"/>
          <p:nvPr/>
        </p:nvSpPr>
        <p:spPr>
          <a:xfrm>
            <a:off x="743712" y="850000"/>
            <a:ext cx="4227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Workflow Architecture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4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5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6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7" name="TextBox 956"/>
          <p:cNvSpPr txBox="1"/>
          <p:nvPr/>
        </p:nvSpPr>
        <p:spPr>
          <a:xfrm>
            <a:off x="743712" y="1442440"/>
            <a:ext cx="9097000" cy="1400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create_agent() → wait (webhook OR polling) → download_artifacts()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↑                    ↑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Flask webhook server   completion_event.set()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(background thread)    on FINISHED status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"/>
          <p:cNvSpPr txBox="1"/>
          <p:nvPr/>
        </p:nvSpPr>
        <p:spPr>
          <a:xfrm>
            <a:off x="743712" y="850000"/>
            <a:ext cx="33685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Run the Workflow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0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1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2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3" name="TextBox 972"/>
          <p:cNvSpPr txBox="1"/>
          <p:nvPr/>
        </p:nvSpPr>
        <p:spPr>
          <a:xfrm>
            <a:off x="743712" y="1442440"/>
            <a:ext cx="9645640" cy="2924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export CURSOR_USER_API_KEY="cursor_xxxxxxxxxxxx"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python automated_workflow.py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--repo "https://github.com/YOUR_ORG/YOUR_REPO"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--prompt "Add a comprehensive README.md with setup and API docs"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--output "./outputs"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Polling only (no webhook):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python automated_workflow.py --repo "..." --prompt "..." --no-webhook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"/>
          <p:cNvSpPr txBox="1"/>
          <p:nvPr/>
        </p:nvSpPr>
        <p:spPr>
          <a:xfrm>
            <a:off x="743712" y="850000"/>
            <a:ext cx="31917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Workflow Output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4" name=""/>
          <p:cNvSpPr txBox="1"/>
          <p:nvPr/>
        </p:nvSpPr>
        <p:spPr>
          <a:xfrm>
            <a:off x="1176120" y="1442440"/>
            <a:ext cx="37411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CLOUD AGENT AUTOMATED WORKFLOW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8" name=""/>
          <p:cNvSpPr txBox="1"/>
          <p:nvPr/>
        </p:nvSpPr>
        <p:spPr>
          <a:xfrm>
            <a:off x="1176120" y="1742400"/>
            <a:ext cx="47062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Creating agent... Agent ID: agt_abc123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1" name=""/>
          <p:cNvSpPr txBox="1"/>
          <p:nvPr/>
        </p:nvSpPr>
        <p:spPr>
          <a:xfrm>
            <a:off x="1176120" y="2042360"/>
            <a:ext cx="31377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Waiting for completion...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3" name=""/>
          <p:cNvSpPr txBox="1"/>
          <p:nvPr/>
        </p:nvSpPr>
        <p:spPr>
          <a:xfrm>
            <a:off x="1176120" y="2342320"/>
            <a:ext cx="54302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Webhook received: Agent agt_abc123 completed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6" name=""/>
          <p:cNvSpPr txBox="1"/>
          <p:nvPr/>
        </p:nvSpPr>
        <p:spPr>
          <a:xfrm>
            <a:off x="1176120" y="2642280"/>
            <a:ext cx="49478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Downloaded 3 artifacts to agent_outputs/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7" name=""/>
          <p:cNvSpPr txBox="1"/>
          <p:nvPr/>
        </p:nvSpPr>
        <p:spPr>
          <a:xfrm>
            <a:off x="1176120" y="2942240"/>
            <a:ext cx="21726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WORKFLOW COMPLETE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8" name=""/>
          <p:cNvSpPr txBox="1"/>
          <p:nvPr/>
        </p:nvSpPr>
        <p:spPr>
          <a:xfrm>
            <a:off x="743712" y="3242200"/>
            <a:ext cx="9657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Creates agent · waits (webhook/polling) · downloads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9" name=""/>
          <p:cNvSpPr txBox="1"/>
          <p:nvPr/>
        </p:nvSpPr>
        <p:spPr>
          <a:xfrm>
            <a:off x="747720" y="3662400"/>
            <a:ext cx="3338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artifacts · end-to-end run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0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1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2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"/>
          <p:cNvSpPr txBox="1"/>
          <p:nvPr/>
        </p:nvSpPr>
        <p:spPr>
          <a:xfrm>
            <a:off x="743712" y="850000"/>
            <a:ext cx="3303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Summary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2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3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4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135" name="Table 1134"/>
          <p:cNvGraphicFramePr>
            <a:graphicFrameLocks noGrp="1"/>
          </p:cNvGraphicFramePr>
          <p:nvPr/>
        </p:nvGraphicFramePr>
        <p:xfrm>
          <a:off x="743712" y="1442440"/>
          <a:ext cx="7236120" cy="290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3656640"/>
                <a:gridCol w="280320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Lesson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Key Skill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8.1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Creating a Cloud Agent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Programmatic agent launch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8.2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Streaming Agent Responses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SSE with resume support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8.3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Listing and Downloading Artifacts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CI pipeline integration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8.4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Creating a Webhook Endpoint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HMAC verification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8.5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Testing Webhooks with ngrok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Local tunnel debugging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8.6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End-to-End Workflow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Complete automation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"/>
          <p:cNvSpPr txBox="1"/>
          <p:nvPr/>
        </p:nvSpPr>
        <p:spPr>
          <a:xfrm>
            <a:off x="743712" y="850000"/>
            <a:ext cx="41410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Quick Reference Card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0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1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2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3" name="TextBox 1152"/>
          <p:cNvSpPr txBox="1"/>
          <p:nvPr/>
        </p:nvSpPr>
        <p:spPr>
          <a:xfrm>
            <a:off x="743712" y="1442440"/>
            <a:ext cx="9919960" cy="3839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ENDPOINTS: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POST /v1/agents                         Create agent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GET  /v1/agents/{id}                    Get status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GET  /v1/agents/{id}/runs/{id}/stream   SSE stream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GET  /v1/agents/{id}/artifacts          List artifacts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GET  /v1/agents/{id}/artifacts/download Download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WEBHOOK:  X-Webhook-Signature (HMAC-SHA256)  |  X-Webhook-Event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SSE:  status · assistant · thinking · tool_call · result · error · done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NGROK:  ngrok http 5000  |  inspect at http://127.0.0.1:4040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"/>
          <p:cNvSpPr txBox="1"/>
          <p:nvPr/>
        </p:nvSpPr>
        <p:spPr>
          <a:xfrm>
            <a:off x="743712" y="850000"/>
            <a:ext cx="425448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Up Next: Module 9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8" name=""/>
          <p:cNvSpPr txBox="1"/>
          <p:nvPr/>
        </p:nvSpPr>
        <p:spPr>
          <a:xfrm>
            <a:off x="743712" y="2794320"/>
            <a:ext cx="45374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Admin and Analytics APIs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9" name=""/>
          <p:cNvSpPr txBox="1"/>
          <p:nvPr/>
        </p:nvSpPr>
        <p:spPr>
          <a:xfrm>
            <a:off x="743712" y="3386760"/>
            <a:ext cx="9928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Now that you can programmatically launch and monitor agents,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Module 9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0" name=""/>
          <p:cNvSpPr txBox="1"/>
          <p:nvPr/>
        </p:nvSpPr>
        <p:spPr>
          <a:xfrm>
            <a:off x="1090440" y="3806960"/>
            <a:ext cx="6235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covers team management and usage insights.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1" name=""/>
          <p:cNvSpPr txBox="1"/>
          <p:nvPr/>
        </p:nvSpPr>
        <p:spPr>
          <a:xfrm>
            <a:off x="747720" y="4227160"/>
            <a:ext cx="2220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End of Module 8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2" name=""/>
          <p:cNvSpPr txBox="1"/>
          <p:nvPr/>
        </p:nvSpPr>
        <p:spPr>
          <a:xfrm>
            <a:off x="285840" y="225720"/>
            <a:ext cx="3501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8 — Cloud Agents API and Webhooks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3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4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LibreOffice/26.2.3.2$Windows_X86_64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